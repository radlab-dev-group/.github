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</p:sldIdLst>
  <p:sldSz cy="6858000" cx="12192000"/>
  <p:notesSz cx="6858000" cy="9144000"/>
  <p:embeddedFontLst>
    <p:embeddedFont>
      <p:font typeface="Play"/>
      <p:regular r:id="rId8"/>
      <p:bold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0" roundtripDataSignature="AMtx7mihgewdRCyQ+IXaJ34xI57d6gE14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customschemas.google.com/relationships/presentationmetadata" Target="metadata"/><Relationship Id="rId9" Type="http://schemas.openxmlformats.org/officeDocument/2006/relationships/font" Target="fonts/Play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font" Target="fonts/Pl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l-P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ajd tytułowy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tuł i zawartość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główek sekcji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wa elementy zawartości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ównanie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lko tytuł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usty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awartość z podpisem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raz z podpisem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tuł i tekst pionowy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tuł pionowy i teks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532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idx="12" type="sldNum"/>
          </p:nvPr>
        </p:nvSpPr>
        <p:spPr>
          <a:xfrm>
            <a:off x="223130" y="6287239"/>
            <a:ext cx="54245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1100">
                <a:solidFill>
                  <a:srgbClr val="00BEFE"/>
                </a:solidFill>
              </a:rPr>
              <a:t>‹#›</a:t>
            </a:fld>
            <a:endParaRPr sz="1100">
              <a:solidFill>
                <a:srgbClr val="00BEFE"/>
              </a:solidFill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765587" y="6287238"/>
            <a:ext cx="4619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-PL" sz="1100" u="none" cap="none" strike="noStrike">
                <a:solidFill>
                  <a:srgbClr val="00BEFE"/>
                </a:solidFill>
                <a:latin typeface="Arial"/>
                <a:ea typeface="Arial"/>
                <a:cs typeface="Arial"/>
                <a:sym typeface="Arial"/>
              </a:rPr>
              <a:t>Wydarzenie organizowane przez: Fundacja Academic Partners</a:t>
            </a:r>
            <a:endParaRPr>
              <a:solidFill>
                <a:srgbClr val="00BEFE"/>
              </a:solidFill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765587" y="604838"/>
            <a:ext cx="5755863" cy="1632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lay"/>
              <a:buNone/>
            </a:pPr>
            <a:r>
              <a:rPr b="0" i="0" lang="pl-PL" sz="5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Temat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lay"/>
              <a:buNone/>
            </a:pPr>
            <a:r>
              <a:rPr b="0" i="0" lang="pl-PL" sz="5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prezentacji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765587" y="2236952"/>
            <a:ext cx="5755863" cy="10847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b="0" i="0" lang="pl-PL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Opis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765587" y="3321739"/>
            <a:ext cx="5755863" cy="6656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B19FE"/>
              </a:buClr>
              <a:buSzPts val="2800"/>
              <a:buFont typeface="Play"/>
              <a:buNone/>
            </a:pPr>
            <a:r>
              <a:rPr b="0" i="0" lang="pl-PL" sz="2800" u="none" cap="none" strike="noStrike">
                <a:solidFill>
                  <a:srgbClr val="00BEFE"/>
                </a:solidFill>
                <a:latin typeface="Play"/>
                <a:ea typeface="Play"/>
                <a:cs typeface="Play"/>
                <a:sym typeface="Play"/>
              </a:rPr>
              <a:t>Imię i nazwisko</a:t>
            </a:r>
            <a:endParaRPr>
              <a:solidFill>
                <a:srgbClr val="00BEFE"/>
              </a:solidFill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65587" y="3987438"/>
            <a:ext cx="5755863" cy="19772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19FE"/>
              </a:buClr>
              <a:buSzPts val="1800"/>
              <a:buFont typeface="Arial"/>
              <a:buNone/>
            </a:pPr>
            <a:r>
              <a:rPr b="0" i="0" lang="pl-PL" sz="1800" u="none" cap="none" strike="noStrike">
                <a:solidFill>
                  <a:srgbClr val="00BEFE"/>
                </a:solidFill>
                <a:latin typeface="Arial"/>
                <a:ea typeface="Arial"/>
                <a:cs typeface="Arial"/>
                <a:sym typeface="Arial"/>
              </a:rPr>
              <a:t>Stanowisko, Firma</a:t>
            </a:r>
            <a:endParaRPr>
              <a:solidFill>
                <a:srgbClr val="00BEFE"/>
              </a:solidFill>
            </a:endParaRPr>
          </a:p>
        </p:txBody>
      </p:sp>
      <p:pic>
        <p:nvPicPr>
          <p:cNvPr id="94" name="Google Shape;94;p1" title="DSSAI26-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1450" y="0"/>
            <a:ext cx="56705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 txBox="1"/>
          <p:nvPr/>
        </p:nvSpPr>
        <p:spPr>
          <a:xfrm>
            <a:off x="765587" y="604838"/>
            <a:ext cx="11112088" cy="966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0532"/>
              </a:buClr>
              <a:buSzPts val="5200"/>
              <a:buFont typeface="Play"/>
              <a:buNone/>
            </a:pPr>
            <a:r>
              <a:rPr b="0" i="0" lang="pl-PL" sz="5200" u="none" cap="none" strike="noStrike">
                <a:solidFill>
                  <a:srgbClr val="1B0532"/>
                </a:solidFill>
                <a:latin typeface="Play"/>
                <a:ea typeface="Play"/>
                <a:cs typeface="Play"/>
                <a:sym typeface="Play"/>
              </a:rPr>
              <a:t>Tytuł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765586" y="1571254"/>
            <a:ext cx="11112087" cy="19772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0532"/>
              </a:buClr>
              <a:buSzPts val="2000"/>
              <a:buFont typeface="Arial"/>
              <a:buNone/>
            </a:pPr>
            <a:r>
              <a:rPr b="0" i="0" lang="pl-PL" sz="2000" u="none" cap="none" strike="noStrike">
                <a:solidFill>
                  <a:srgbClr val="1B0532"/>
                </a:solidFill>
                <a:latin typeface="Arial"/>
                <a:ea typeface="Arial"/>
                <a:cs typeface="Arial"/>
                <a:sym typeface="Arial"/>
              </a:rPr>
              <a:t>Opis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223130" y="6287239"/>
            <a:ext cx="54245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l-PL" sz="1100" u="none" cap="none" strike="noStrike">
                <a:solidFill>
                  <a:srgbClr val="1B053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rgbClr val="1B05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765587" y="6287238"/>
            <a:ext cx="4619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-PL" sz="1100" u="none" cap="none" strike="noStrike">
                <a:solidFill>
                  <a:srgbClr val="1B0532"/>
                </a:solidFill>
                <a:latin typeface="Arial"/>
                <a:ea typeface="Arial"/>
                <a:cs typeface="Arial"/>
                <a:sym typeface="Arial"/>
              </a:rPr>
              <a:t>Sekcja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2733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>
            <p:ph idx="12" type="sldNum"/>
          </p:nvPr>
        </p:nvSpPr>
        <p:spPr>
          <a:xfrm>
            <a:off x="223130" y="6287239"/>
            <a:ext cx="54245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1100">
                <a:solidFill>
                  <a:srgbClr val="00BEFE"/>
                </a:solidFill>
              </a:rPr>
              <a:t>‹#›</a:t>
            </a:fld>
            <a:endParaRPr sz="1100">
              <a:solidFill>
                <a:srgbClr val="00BEFE"/>
              </a:solidFill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765587" y="6287238"/>
            <a:ext cx="4619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-PL" sz="1100" u="none" cap="none" strike="noStrike">
                <a:solidFill>
                  <a:srgbClr val="00BEFE"/>
                </a:solidFill>
                <a:latin typeface="Arial"/>
                <a:ea typeface="Arial"/>
                <a:cs typeface="Arial"/>
                <a:sym typeface="Arial"/>
              </a:rPr>
              <a:t>Wydarzenie organizowane przez: Fundacja Academic Partners</a:t>
            </a:r>
            <a:endParaRPr>
              <a:solidFill>
                <a:srgbClr val="00BEFE"/>
              </a:solidFill>
            </a:endParaRPr>
          </a:p>
        </p:txBody>
      </p:sp>
      <p:sp>
        <p:nvSpPr>
          <p:cNvPr id="109" name="Google Shape;109;p3"/>
          <p:cNvSpPr txBox="1"/>
          <p:nvPr/>
        </p:nvSpPr>
        <p:spPr>
          <a:xfrm>
            <a:off x="765587" y="604838"/>
            <a:ext cx="5755863" cy="1632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B19FE"/>
              </a:buClr>
              <a:buSzPts val="5200"/>
              <a:buFont typeface="Play"/>
              <a:buNone/>
            </a:pPr>
            <a:r>
              <a:rPr b="0" i="0" lang="pl-PL" sz="5200" u="none" cap="none" strike="noStrike">
                <a:solidFill>
                  <a:srgbClr val="00BEFE"/>
                </a:solidFill>
                <a:latin typeface="Play"/>
                <a:ea typeface="Play"/>
                <a:cs typeface="Play"/>
                <a:sym typeface="Play"/>
              </a:rPr>
              <a:t>Dziękuję za</a:t>
            </a:r>
            <a:br>
              <a:rPr b="0" i="0" lang="pl-PL" sz="5200" u="none" cap="none" strike="noStrike">
                <a:solidFill>
                  <a:srgbClr val="00BEFE"/>
                </a:solidFill>
                <a:latin typeface="Play"/>
                <a:ea typeface="Play"/>
                <a:cs typeface="Play"/>
                <a:sym typeface="Play"/>
              </a:rPr>
            </a:br>
            <a:r>
              <a:rPr b="0" i="0" lang="pl-PL" sz="5200" u="none" cap="none" strike="noStrike">
                <a:solidFill>
                  <a:srgbClr val="00BEFE"/>
                </a:solidFill>
                <a:latin typeface="Play"/>
                <a:ea typeface="Play"/>
                <a:cs typeface="Play"/>
                <a:sym typeface="Play"/>
              </a:rPr>
              <a:t>oglądanie!</a:t>
            </a:r>
            <a:endParaRPr>
              <a:solidFill>
                <a:srgbClr val="00BEFE"/>
              </a:solidFill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765587" y="2236952"/>
            <a:ext cx="5755863" cy="10847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19FE"/>
              </a:buClr>
              <a:buSzPts val="2000"/>
              <a:buFont typeface="Arial"/>
              <a:buNone/>
            </a:pPr>
            <a:r>
              <a:rPr b="0" i="0" lang="pl-PL" sz="2000" u="none" cap="none" strike="noStrike">
                <a:solidFill>
                  <a:srgbClr val="00BEFE"/>
                </a:solidFill>
                <a:latin typeface="Arial"/>
                <a:ea typeface="Arial"/>
                <a:cs typeface="Arial"/>
                <a:sym typeface="Arial"/>
              </a:rPr>
              <a:t>Pamiętaj, aby zostawić swoje </a:t>
            </a:r>
            <a:endParaRPr>
              <a:solidFill>
                <a:srgbClr val="00BEFE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19FE"/>
              </a:buClr>
              <a:buSzPts val="2000"/>
              <a:buFont typeface="Arial"/>
              <a:buNone/>
            </a:pPr>
            <a:r>
              <a:rPr b="0" i="0" lang="pl-PL" sz="2000" u="none" cap="none" strike="noStrike">
                <a:solidFill>
                  <a:srgbClr val="00BEFE"/>
                </a:solidFill>
                <a:latin typeface="Arial"/>
                <a:ea typeface="Arial"/>
                <a:cs typeface="Arial"/>
                <a:sym typeface="Arial"/>
              </a:rPr>
              <a:t>pytania i oceń prezentację </a:t>
            </a:r>
            <a:endParaRPr>
              <a:solidFill>
                <a:srgbClr val="00BEFE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19FE"/>
              </a:buClr>
              <a:buSzPts val="2000"/>
              <a:buFont typeface="Arial"/>
              <a:buNone/>
            </a:pPr>
            <a:r>
              <a:rPr b="0" i="0" lang="pl-PL" sz="2000" u="none" cap="none" strike="noStrike">
                <a:solidFill>
                  <a:srgbClr val="00BEFE"/>
                </a:solidFill>
                <a:latin typeface="Arial"/>
                <a:ea typeface="Arial"/>
                <a:cs typeface="Arial"/>
                <a:sym typeface="Arial"/>
              </a:rPr>
              <a:t>w poniższej sekcji.</a:t>
            </a:r>
            <a:endParaRPr b="0" i="0" sz="2000" u="none" cap="none" strike="noStrike">
              <a:solidFill>
                <a:srgbClr val="00BEF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" name="Google Shape;111;p3" title="DSSAI26-0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1450" y="-7"/>
            <a:ext cx="567048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tyw pakietu Office">
  <a:themeElements>
    <a:clrScheme name="Pakiet 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tyw pakietu Office">
  <a:themeElements>
    <a:clrScheme name="Pakiet 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2024-09-13T09:10:31Z</dcterms:created>
  <dc:creator>Kacper MAJKUSIAK</dc:creator>
</cp:coreProperties>
</file>